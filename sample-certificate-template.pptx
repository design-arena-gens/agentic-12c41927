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Certificate of Achievement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This is to certify that {NAME}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Date of Birth: {DATE_OF_BIRTH}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has successfully completed the {DEGREE} program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Issued by CertifyX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